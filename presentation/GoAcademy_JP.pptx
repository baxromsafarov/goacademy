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6E8B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E8B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GoAcademy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Go言語を初心者から実務レベルまで学べる学習プラットフォーム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ブラウザでコードを動かしながら学ぶ｜動画・記事・クイズ・課題・プロジェクト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4言語対応：日本語・英語・ロシア語・ウズベク語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発表者：＿＿＿＿＿＿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8872" cy="566928"/>
          </a:xfrm>
          <a:prstGeom prst="rect">
            <a:avLst/>
          </a:prstGeom>
          <a:solidFill>
            <a:srgbClr val="6E8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201400" cy="18288"/>
          </a:xfrm>
          <a:prstGeom prst="rect">
            <a:avLst/>
          </a:prstGeom>
          <a:solidFill>
            <a:srgbClr val="2A31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Go言語の学習教材はあちこちに分散していて、体系的に学びにくい</a:t>
            </a:r>
            <a:endParaRPr lang="en-US" sz="22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学んだ知識をその場で試せる環境が少ない</a:t>
            </a:r>
            <a:endParaRPr lang="en-US" sz="22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一人だと進捗ややる気を保ちにくい</a:t>
            </a:r>
            <a:endParaRPr lang="en-US" sz="22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言語の壁：母国語で学べる教材が限られている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GoAcademy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63825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8872" cy="566928"/>
          </a:xfrm>
          <a:prstGeom prst="rect">
            <a:avLst/>
          </a:prstGeom>
          <a:solidFill>
            <a:srgbClr val="6E8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GoAcademyとは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201400" cy="18288"/>
          </a:xfrm>
          <a:prstGeom prst="rect">
            <a:avLst/>
          </a:prstGeom>
          <a:solidFill>
            <a:srgbClr val="2A31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動画・記事・クイズ・課題を一つにまとめた学習プラットフォーム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ブラウザ上でGoのコードをそのまま実行できる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学習の進捗を記録し、ゲーム感覚で続けられる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初心者から実務レベルまで、順序立てて学べる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0136" y="1968080"/>
            <a:ext cx="6236208" cy="3927679"/>
          </a:xfrm>
          <a:prstGeom prst="rect">
            <a:avLst/>
          </a:prstGeom>
          <a:solidFill>
            <a:srgbClr val="1E2230"/>
          </a:solidFill>
          <a:ln w="12700">
            <a:solidFill>
              <a:srgbClr val="39415A"/>
            </a:solidFill>
            <a:prstDash val="solid"/>
          </a:ln>
        </p:spPr>
      </p:sp>
      <p:pic>
        <p:nvPicPr>
          <p:cNvPr id="7" name="Image 0" descr="E:\go-project\presentation\shots\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022944"/>
            <a:ext cx="6126480" cy="3817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GoAcademy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064240" y="63825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8872" cy="566928"/>
          </a:xfrm>
          <a:prstGeom prst="rect">
            <a:avLst/>
          </a:prstGeom>
          <a:solidFill>
            <a:srgbClr val="6E8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201400" cy="18288"/>
          </a:xfrm>
          <a:prstGeom prst="rect">
            <a:avLst/>
          </a:prstGeom>
          <a:solidFill>
            <a:srgbClr val="2A31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動画、記事、クイズ、アルゴリズム課題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学習トラック（コース）とミニプロジェクト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チートシート、用語集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ブックマーク（保存）と学習メモ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0136" y="1968080"/>
            <a:ext cx="6236208" cy="3927679"/>
          </a:xfrm>
          <a:prstGeom prst="rect">
            <a:avLst/>
          </a:prstGeom>
          <a:solidFill>
            <a:srgbClr val="1E2230"/>
          </a:solidFill>
          <a:ln w="12700">
            <a:solidFill>
              <a:srgbClr val="39415A"/>
            </a:solidFill>
            <a:prstDash val="solid"/>
          </a:ln>
        </p:spPr>
      </p:sp>
      <p:pic>
        <p:nvPicPr>
          <p:cNvPr id="7" name="Image 0" descr="E:\go-project\presentation\shots\02-vide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022944"/>
            <a:ext cx="6126480" cy="3817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GoAcademy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064240" y="63825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8872" cy="566928"/>
          </a:xfrm>
          <a:prstGeom prst="rect">
            <a:avLst/>
          </a:prstGeom>
          <a:solidFill>
            <a:srgbClr val="6E8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コードサンドボックス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201400" cy="18288"/>
          </a:xfrm>
          <a:prstGeom prst="rect">
            <a:avLst/>
          </a:prstGeom>
          <a:solidFill>
            <a:srgbClr val="2A31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ブラウザからGoのコードを実行できる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安全なDockerコンテナで隔離して実行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記事の中のコードもその場で実行可能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課題は自動採点（オンラインジャッジ）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0136" y="1968080"/>
            <a:ext cx="6236208" cy="3927679"/>
          </a:xfrm>
          <a:prstGeom prst="rect">
            <a:avLst/>
          </a:prstGeom>
          <a:solidFill>
            <a:srgbClr val="1E2230"/>
          </a:solidFill>
          <a:ln w="12700">
            <a:solidFill>
              <a:srgbClr val="39415A"/>
            </a:solidFill>
            <a:prstDash val="solid"/>
          </a:ln>
        </p:spPr>
      </p:sp>
      <p:pic>
        <p:nvPicPr>
          <p:cNvPr id="7" name="Image 0" descr="E:\go-project\presentation\shots\04-sand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022944"/>
            <a:ext cx="6126480" cy="3817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GoAcademy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064240" y="63825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8872" cy="566928"/>
          </a:xfrm>
          <a:prstGeom prst="rect">
            <a:avLst/>
          </a:prstGeom>
          <a:solidFill>
            <a:srgbClr val="6E8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学習体験とゲーミフィケーション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201400" cy="18288"/>
          </a:xfrm>
          <a:prstGeom prst="rect">
            <a:avLst/>
          </a:prstGeom>
          <a:solidFill>
            <a:srgbClr val="2A31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コース → レッスンの順序立てた学習の流れ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経験値（XP）・レベル・連続学習日数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バッジとランキングでモチベーション維持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ダッシュボードで進捗を一目で確認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0136" y="1968080"/>
            <a:ext cx="6236208" cy="3927679"/>
          </a:xfrm>
          <a:prstGeom prst="rect">
            <a:avLst/>
          </a:prstGeom>
          <a:solidFill>
            <a:srgbClr val="1E2230"/>
          </a:solidFill>
          <a:ln w="12700">
            <a:solidFill>
              <a:srgbClr val="39415A"/>
            </a:solidFill>
            <a:prstDash val="solid"/>
          </a:ln>
        </p:spPr>
      </p:sp>
      <p:pic>
        <p:nvPicPr>
          <p:cNvPr id="7" name="Image 0" descr="E:\go-project\presentation\shots\05-tr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022944"/>
            <a:ext cx="6126480" cy="3817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GoAcademy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064240" y="63825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8872" cy="566928"/>
          </a:xfrm>
          <a:prstGeom prst="rect">
            <a:avLst/>
          </a:prstGeom>
          <a:solidFill>
            <a:srgbClr val="6E8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多言語対応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201400" cy="18288"/>
          </a:xfrm>
          <a:prstGeom prst="rect">
            <a:avLst/>
          </a:prstGeom>
          <a:solidFill>
            <a:srgbClr val="2A31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日本語・英語・ロシア語・ウズベク語に対応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インターフェースもコンテンツも言語ごとに用意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日本語の学習者向けに日本語のGo動画を収録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言語を切り替えても設定が保存される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0136" y="1968080"/>
            <a:ext cx="6236208" cy="3927679"/>
          </a:xfrm>
          <a:prstGeom prst="rect">
            <a:avLst/>
          </a:prstGeom>
          <a:solidFill>
            <a:srgbClr val="1E2230"/>
          </a:solidFill>
          <a:ln w="12700">
            <a:solidFill>
              <a:srgbClr val="39415A"/>
            </a:solidFill>
            <a:prstDash val="solid"/>
          </a:ln>
        </p:spPr>
      </p:sp>
      <p:pic>
        <p:nvPicPr>
          <p:cNvPr id="7" name="Image 0" descr="E:\go-project\presentation\shots\03-arti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022944"/>
            <a:ext cx="6126480" cy="3817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GoAcademy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064240" y="63825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8872" cy="566928"/>
          </a:xfrm>
          <a:prstGeom prst="rect">
            <a:avLst/>
          </a:prstGeom>
          <a:solidFill>
            <a:srgbClr val="6E8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技術スタック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201400" cy="18288"/>
          </a:xfrm>
          <a:prstGeom prst="rect">
            <a:avLst/>
          </a:prstGeom>
          <a:solidFill>
            <a:srgbClr val="2A31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バックエンド：Go（chi、pgx、sqlc）</a:t>
            </a:r>
            <a:endParaRPr lang="en-US" sz="22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フロントエンド：React、TypeScript、Vite、Tailwind CSS</a:t>
            </a:r>
            <a:endParaRPr lang="en-US" sz="22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データベース：PostgreSQL</a:t>
            </a:r>
            <a:endParaRPr lang="en-US" sz="22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認証：JWT｜コード実行：Dockerによる安全なサンドボックス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GoAcademy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63825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8872" cy="566928"/>
          </a:xfrm>
          <a:prstGeom prst="rect">
            <a:avLst/>
          </a:prstGeom>
          <a:solidFill>
            <a:srgbClr val="6E8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管理機能（管理者向け）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201400" cy="18288"/>
          </a:xfrm>
          <a:prstGeom prst="rect">
            <a:avLst/>
          </a:prstGeom>
          <a:solidFill>
            <a:srgbClr val="2A31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管理画面で全コンテンツを作成・編集・削除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コンテンツの表示／非表示を切り替え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ユーザー管理と権限の設定</a:t>
            </a:r>
            <a:endParaRPr lang="en-US" sz="18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検索・フィルター・ページネーション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0136" y="1968080"/>
            <a:ext cx="6236208" cy="3927679"/>
          </a:xfrm>
          <a:prstGeom prst="rect">
            <a:avLst/>
          </a:prstGeom>
          <a:solidFill>
            <a:srgbClr val="1E2230"/>
          </a:solidFill>
          <a:ln w="12700">
            <a:solidFill>
              <a:srgbClr val="39415A"/>
            </a:solidFill>
            <a:prstDash val="solid"/>
          </a:ln>
        </p:spPr>
      </p:sp>
      <p:pic>
        <p:nvPicPr>
          <p:cNvPr id="7" name="Image 0" descr="E:\go-project\presentation\shots\07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022944"/>
            <a:ext cx="6126480" cy="3817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GoAcademy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064240" y="63825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8872" cy="566928"/>
          </a:xfrm>
          <a:prstGeom prst="rect">
            <a:avLst/>
          </a:prstGeom>
          <a:solidFill>
            <a:srgbClr val="6E8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まとめと今後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201400" cy="18288"/>
          </a:xfrm>
          <a:prstGeom prst="rect">
            <a:avLst/>
          </a:prstGeom>
          <a:solidFill>
            <a:srgbClr val="2A31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Goを学ぶための一体型プラットフォーム：学習・実践・進捗管理を一つに</a:t>
            </a:r>
            <a:endParaRPr lang="en-US" sz="22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ブラウザだけで「読む → 動かす → 試す」が完結</a:t>
            </a:r>
            <a:endParaRPr lang="en-US" sz="22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今後：コンテンツの拡充、モバイル対応、AIによる学習サポート</a:t>
            </a:r>
            <a:endParaRPr lang="en-US" sz="22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ECEDE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ご清聴ありがとうございました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GoAcademy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638251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GoAcademy</dc:title>
  <dc:subject>PptxGenJS Presentation</dc:subject>
  <dc:creator>GoAcademy</dc:creator>
  <cp:lastModifiedBy>GoAcademy</cp:lastModifiedBy>
  <cp:revision>1</cp:revision>
  <dcterms:created xsi:type="dcterms:W3CDTF">2026-06-26T05:55:03Z</dcterms:created>
  <dcterms:modified xsi:type="dcterms:W3CDTF">2026-06-26T05:55:03Z</dcterms:modified>
</cp:coreProperties>
</file>